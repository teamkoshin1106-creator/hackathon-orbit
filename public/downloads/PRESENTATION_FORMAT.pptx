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61" r:id="rId4"/>
    <p:sldId id="263" r:id="rId5"/>
    <p:sldId id="265" r:id="rId6"/>
    <p:sldId id="262" r:id="rId7"/>
    <p:sldId id="264" r:id="rId8"/>
    <p:sldId id="266" r:id="rId9"/>
    <p:sldId id="267" r:id="rId10"/>
    <p:sldId id="258" r:id="rId11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nva Sans Bold" panose="020B0604020202020204" charset="0"/>
      <p:regular r:id="rId18"/>
    </p:embeddedFont>
    <p:embeddedFont>
      <p:font typeface="Now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432" y="-2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ECF837B-B84E-D608-465B-030AF5371B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EB73-4816-5F60-A810-1749CEB48DA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3051B-E763-497F-AD0F-55F0850E5DDF}" type="datetime3">
              <a:rPr lang="en-IN" smtClean="0"/>
              <a:t>13 December 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C7ABC-FC1A-ACC2-6E86-57F5CE62E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IDEONOX 2025 - CITNC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6B02A-2BC3-EEF8-59A4-1C58855199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77C065-220A-4150-860B-F34BF97BF3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252344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2B2296-612B-4449-9AF5-99C8F53AF76A}" type="datetime3">
              <a:rPr lang="en-IN" smtClean="0"/>
              <a:t>13 December 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IDEONOX 2025 - CITNC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320EC-A748-4EB1-A261-87E8D973A8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994852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06DEC-1604-4760-ADA7-6775FB05C14F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AC88D6-C568-46B5-AE28-9E9C2B30389F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58D22-EC28-4AAA-8BBE-152006B16507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29EA6-A829-44E7-A65B-DA4703BF2164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77F7-6568-4422-8332-8015AA206160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50FE46-D921-480A-AA38-32ABA27B91C9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3692D-021B-4224-BA9A-A4901B1EFC4A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CB928-255B-464B-9EE0-33F507D0D9F3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10677-BDBA-49B7-A324-FD26EB8394AB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0BDC2-EE65-4658-B154-B879801772DC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A97CB-5A94-418C-ADB0-B5123E73A19A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IDEONOX - 2025 - CITNC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6634AC-C5BB-4B9C-B228-49353CEBA768}" type="datetime3">
              <a:rPr lang="en-US" smtClean="0"/>
              <a:t>13 December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IDEONOX - 2025 - CITNC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D8E3EC99-52B7-9EE7-E2A2-C64909357398}"/>
              </a:ext>
            </a:extLst>
          </p:cNvPr>
          <p:cNvSpPr txBox="1">
            <a:spLocks/>
          </p:cNvSpPr>
          <p:nvPr/>
        </p:nvSpPr>
        <p:spPr>
          <a:xfrm>
            <a:off x="5227104" y="2227522"/>
            <a:ext cx="8717924" cy="82561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Team Details</a:t>
            </a:r>
          </a:p>
        </p:txBody>
      </p:sp>
      <p:graphicFrame>
        <p:nvGraphicFramePr>
          <p:cNvPr id="10" name="Content Placeholder 11">
            <a:extLst>
              <a:ext uri="{FF2B5EF4-FFF2-40B4-BE49-F238E27FC236}">
                <a16:creationId xmlns:a16="http://schemas.microsoft.com/office/drawing/2014/main" id="{29171C62-24E3-51E0-0BED-0C0F4D723E6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00955829"/>
              </p:ext>
            </p:extLst>
          </p:nvPr>
        </p:nvGraphicFramePr>
        <p:xfrm>
          <a:off x="1488547" y="3262104"/>
          <a:ext cx="14970653" cy="401024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7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5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8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753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75357">
                  <a:extLst>
                    <a:ext uri="{9D8B030D-6E8A-4147-A177-3AD203B41FA5}">
                      <a16:colId xmlns:a16="http://schemas.microsoft.com/office/drawing/2014/main" val="764792190"/>
                    </a:ext>
                  </a:extLst>
                </a:gridCol>
              </a:tblGrid>
              <a:tr h="92075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/>
                        <a:t>S.No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Members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Name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Dept &amp; College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Academic</a:t>
                      </a:r>
                      <a:r>
                        <a:rPr lang="en-IN" sz="2000" baseline="0" dirty="0"/>
                        <a:t> year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84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Team Leader 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01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1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2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0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 3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6B581FDD-771B-7CFA-748D-6FD744CCE805}"/>
              </a:ext>
            </a:extLst>
          </p:cNvPr>
          <p:cNvSpPr txBox="1">
            <a:spLocks/>
          </p:cNvSpPr>
          <p:nvPr/>
        </p:nvSpPr>
        <p:spPr>
          <a:xfrm>
            <a:off x="3105255" y="7600328"/>
            <a:ext cx="8717924" cy="9637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C099726-02FD-EAED-BE54-64433AA23359}"/>
              </a:ext>
            </a:extLst>
          </p:cNvPr>
          <p:cNvSpPr txBox="1">
            <a:spLocks/>
          </p:cNvSpPr>
          <p:nvPr/>
        </p:nvSpPr>
        <p:spPr>
          <a:xfrm>
            <a:off x="3048000" y="7736514"/>
            <a:ext cx="8717924" cy="1386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dirty="0"/>
              <a:t>College Name:</a:t>
            </a:r>
          </a:p>
          <a:p>
            <a:r>
              <a:rPr lang="en-IN" sz="1800" dirty="0"/>
              <a:t>Team leader Contact Number:</a:t>
            </a:r>
          </a:p>
          <a:p>
            <a:r>
              <a:rPr lang="en-IN" sz="1800" dirty="0"/>
              <a:t>Team leader Email Address: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9C766C61-FE26-E5EA-4F95-10E9C69F4324}"/>
              </a:ext>
            </a:extLst>
          </p:cNvPr>
          <p:cNvSpPr txBox="1">
            <a:spLocks/>
          </p:cNvSpPr>
          <p:nvPr/>
        </p:nvSpPr>
        <p:spPr>
          <a:xfrm>
            <a:off x="2188894" y="7481314"/>
            <a:ext cx="8717924" cy="499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1800" i="1" dirty="0"/>
              <a:t>A team can have 4 members including team leader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948E3F-15F2-3079-B39B-2C6C0EE1C6C7}"/>
              </a:ext>
            </a:extLst>
          </p:cNvPr>
          <p:cNvSpPr txBox="1"/>
          <p:nvPr/>
        </p:nvSpPr>
        <p:spPr>
          <a:xfrm>
            <a:off x="1948905" y="2640329"/>
            <a:ext cx="65563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/>
              <a:t>Team Name: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92DB2CE4-F88F-4DD4-BB98-064E54751A33}"/>
              </a:ext>
            </a:extLst>
          </p:cNvPr>
          <p:cNvSpPr txBox="1">
            <a:spLocks/>
          </p:cNvSpPr>
          <p:nvPr/>
        </p:nvSpPr>
        <p:spPr>
          <a:xfrm>
            <a:off x="5227104" y="1310139"/>
            <a:ext cx="8717924" cy="825614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HACKFINITY 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D5415A2-81CA-A9B8-FD66-5C113A89CFC3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5165425-D728-9588-FFEA-A6AC0391DAD0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F07CCC9-305F-6278-4640-1BE59E1BC8D4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91B8A57-AB1B-735E-3C84-5B58D177F2CC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5A3CE04-A6B4-B1B4-2678-D40C9B6FCD88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4ABCE40-B911-DB99-3FCF-D27E0FEB9524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61211BAD-96B1-65E5-49EA-1FBC07EDC932}"/>
              </a:ext>
            </a:extLst>
          </p:cNvPr>
          <p:cNvSpPr/>
          <p:nvPr/>
        </p:nvSpPr>
        <p:spPr>
          <a:xfrm>
            <a:off x="1828800" y="1344485"/>
            <a:ext cx="14630400" cy="1191615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/>
              <a:t>Problem Addressed: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/>
              <a:t>What real-world issue are you solving? </a:t>
            </a:r>
            <a:endParaRPr kumimoji="0" lang="en-US" sz="28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1A26B-BAE7-FA7A-BFD7-6FF8276CD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AD7BD9-254F-FCC0-9B08-6F56F1E79551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0058680-E7D9-36D4-31D3-30F96DDC8EE7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9531A22-9B74-B587-F88B-4F965F018E13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81DD4EF-30ED-C318-16E7-001C3C14E1AF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D58FBF2-E1C2-8C4A-B308-3093616ABF25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8BA44DC-1C5A-6606-57AB-FF1B4ED49E06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4463DCE-5226-170F-F714-BE792D869BFE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A02B86C9-C655-5619-77B5-14ECF2221F40}"/>
              </a:ext>
            </a:extLst>
          </p:cNvPr>
          <p:cNvSpPr/>
          <p:nvPr/>
        </p:nvSpPr>
        <p:spPr>
          <a:xfrm>
            <a:off x="1828800" y="1395137"/>
            <a:ext cx="14630400" cy="1191614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US" sz="2800" b="1" dirty="0"/>
              <a:t>Proposed Solution:</a:t>
            </a:r>
            <a:br>
              <a:rPr lang="en-US" sz="2800" dirty="0"/>
            </a:br>
            <a:r>
              <a:rPr lang="en-US" sz="2800" dirty="0"/>
              <a:t>What’s your solution and how does it work?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6708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4706D-2125-9CA6-951B-3B13CD319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B5166C-F973-A7E7-BD2B-CF10E9605982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1A1CF55-DC9B-C40F-A92C-87440FE1147E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AA0D054-5BA2-CFDF-6649-6A7E95010D0C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2479508-EB8E-3125-C827-33484DCCF7E7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48B8DB8-0BA5-3C38-9DAC-A8B301A2CF9D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0E0F62D-1B00-8950-E680-C5DDAB9C1F9D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EBACE5F-1E79-4B89-CE79-B69EA0C6ACEE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11ECD9F2-B040-9297-B3D6-C5688E6B165D}"/>
              </a:ext>
            </a:extLst>
          </p:cNvPr>
          <p:cNvSpPr/>
          <p:nvPr/>
        </p:nvSpPr>
        <p:spPr>
          <a:xfrm>
            <a:off x="1948905" y="1413106"/>
            <a:ext cx="14630400" cy="1680701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US" sz="2800" b="1" dirty="0"/>
              <a:t>Technology Stack:</a:t>
            </a:r>
            <a:br>
              <a:rPr lang="en-US" sz="2800" dirty="0"/>
            </a:br>
            <a:r>
              <a:rPr lang="en-US" sz="2800" dirty="0"/>
              <a:t>Describe the technologies, methodologies, or tools you plan to use to implement your idea.</a:t>
            </a:r>
            <a:endParaRPr kumimoji="0" lang="en-US" sz="28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5550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BD94-2853-C60A-2B6B-BAA5FCD6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C48B7E-5431-6131-2B9A-B2B10B947F89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FDC3444-C78D-AAC5-E93C-BE30CD8673BC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B4DC267-FE13-26D3-A450-0375C9FE4B53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40102C4-32AA-86D6-ACB8-59B3BC22A635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359AAA-9545-D2BD-E906-1482D9157D95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60207BB-EB63-4339-AE38-6FACFBAA822D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3F1C1FE-733D-A27A-7B6C-A6D013CB11C5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CE7E3194-326E-C33D-03C6-2AC8BE5C5F6E}"/>
              </a:ext>
            </a:extLst>
          </p:cNvPr>
          <p:cNvSpPr/>
          <p:nvPr/>
        </p:nvSpPr>
        <p:spPr>
          <a:xfrm>
            <a:off x="1682205" y="1293925"/>
            <a:ext cx="14630400" cy="1528301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IN" sz="2800" b="1" dirty="0"/>
              <a:t>Implementation and Prototype</a:t>
            </a:r>
            <a:r>
              <a:rPr lang="en-US" sz="2800" b="1" dirty="0"/>
              <a:t>:</a:t>
            </a:r>
            <a:br>
              <a:rPr lang="en-US" sz="2800" dirty="0"/>
            </a:br>
            <a:r>
              <a:rPr lang="en-IN" sz="2800" dirty="0"/>
              <a:t>Design, development, and validation for the proposed </a:t>
            </a:r>
            <a:r>
              <a:rPr lang="en-US" sz="2800" dirty="0"/>
              <a:t> solution.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417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1BD94-2853-C60A-2B6B-BAA5FCD61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CC48B7E-5431-6131-2B9A-B2B10B947F89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FDC3444-C78D-AAC5-E93C-BE30CD8673BC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B4DC267-FE13-26D3-A450-0375C9FE4B53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D40102C4-32AA-86D6-ACB8-59B3BC22A635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90359AAA-9545-D2BD-E906-1482D9157D95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60207BB-EB63-4339-AE38-6FACFBAA822D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3F1C1FE-733D-A27A-7B6C-A6D013CB11C5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CE7E3194-326E-C33D-03C6-2AC8BE5C5F6E}"/>
              </a:ext>
            </a:extLst>
          </p:cNvPr>
          <p:cNvSpPr/>
          <p:nvPr/>
        </p:nvSpPr>
        <p:spPr>
          <a:xfrm>
            <a:off x="1682205" y="1293925"/>
            <a:ext cx="14630400" cy="1528301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r>
              <a:rPr lang="en-IN" sz="2800" b="1" dirty="0"/>
              <a:t>Innovation and Uniqueness</a:t>
            </a:r>
            <a:r>
              <a:rPr lang="en-US" sz="2800" b="1" dirty="0"/>
              <a:t>:</a:t>
            </a:r>
            <a:br>
              <a:rPr lang="en-US" sz="2800" dirty="0"/>
            </a:br>
            <a:r>
              <a:rPr lang="en-US" sz="2800" dirty="0"/>
              <a:t>Highlight what makes your idea unique or innovative compared to existing solutions.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997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991E-0822-B693-A4D5-34BB715E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C573C3-5D2D-A7E8-08A0-BBA23EC93F51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BEF030-4A71-2670-ADFC-ECA353089278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2D49D7D-7249-32EE-FEBF-0B4006F08A27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4CEB97-DDE9-6376-8B89-578E59051FC4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A05F265-2ACF-3BE6-4DDF-1BB7D364A642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9AA9BBC-D7A8-0F04-C5D4-EC4EEA97E2F4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5BCB1A1-9B64-CE79-CAFF-E6E134A9364E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B3962B91-AFA0-215A-975C-191DF035E1FA}"/>
              </a:ext>
            </a:extLst>
          </p:cNvPr>
          <p:cNvSpPr/>
          <p:nvPr/>
        </p:nvSpPr>
        <p:spPr>
          <a:xfrm>
            <a:off x="1828800" y="1426178"/>
            <a:ext cx="14630400" cy="127308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Feasibility:</a:t>
            </a:r>
          </a:p>
          <a:p>
            <a:pPr algn="ctr"/>
            <a:r>
              <a:rPr lang="en-US" sz="3000" dirty="0"/>
              <a:t>Is your solution practical and implementable?</a:t>
            </a:r>
          </a:p>
        </p:txBody>
      </p:sp>
    </p:spTree>
    <p:extLst>
      <p:ext uri="{BB962C8B-B14F-4D97-AF65-F5344CB8AC3E}">
        <p14:creationId xmlns:p14="http://schemas.microsoft.com/office/powerpoint/2010/main" val="1186419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991E-0822-B693-A4D5-34BB715E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C573C3-5D2D-A7E8-08A0-BBA23EC93F51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BEF030-4A71-2670-ADFC-ECA353089278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2D49D7D-7249-32EE-FEBF-0B4006F08A27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4CEB97-DDE9-6376-8B89-578E59051FC4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A05F265-2ACF-3BE6-4DDF-1BB7D364A642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9AA9BBC-D7A8-0F04-C5D4-EC4EEA97E2F4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5BCB1A1-9B64-CE79-CAFF-E6E134A9364E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B3962B91-AFA0-215A-975C-191DF035E1FA}"/>
              </a:ext>
            </a:extLst>
          </p:cNvPr>
          <p:cNvSpPr/>
          <p:nvPr/>
        </p:nvSpPr>
        <p:spPr>
          <a:xfrm>
            <a:off x="1828800" y="1426178"/>
            <a:ext cx="14630400" cy="127308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Results</a:t>
            </a:r>
          </a:p>
          <a:p>
            <a:pPr algn="ctr"/>
            <a:r>
              <a:rPr lang="en-US" sz="3000" b="1" dirty="0"/>
              <a:t>Images &amp; graphs – Format – That inspired your solution</a:t>
            </a:r>
          </a:p>
        </p:txBody>
      </p:sp>
    </p:spTree>
    <p:extLst>
      <p:ext uri="{BB962C8B-B14F-4D97-AF65-F5344CB8AC3E}">
        <p14:creationId xmlns:p14="http://schemas.microsoft.com/office/powerpoint/2010/main" val="1574064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A991E-0822-B693-A4D5-34BB715E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EC573C3-5D2D-A7E8-08A0-BBA23EC93F51}"/>
              </a:ext>
            </a:extLst>
          </p:cNvPr>
          <p:cNvSpPr/>
          <p:nvPr/>
        </p:nvSpPr>
        <p:spPr>
          <a:xfrm rot="-10800000">
            <a:off x="11895931" y="4912741"/>
            <a:ext cx="6392069" cy="5374259"/>
          </a:xfrm>
          <a:custGeom>
            <a:avLst/>
            <a:gdLst/>
            <a:ahLst/>
            <a:cxnLst/>
            <a:rect l="l" t="t" r="r" b="b"/>
            <a:pathLst>
              <a:path w="6392069" h="5374259">
                <a:moveTo>
                  <a:pt x="0" y="0"/>
                </a:moveTo>
                <a:lnTo>
                  <a:pt x="6392069" y="0"/>
                </a:lnTo>
                <a:lnTo>
                  <a:pt x="6392069" y="5374259"/>
                </a:lnTo>
                <a:lnTo>
                  <a:pt x="0" y="5374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EBEF030-4A71-2670-ADFC-ECA353089278}"/>
              </a:ext>
            </a:extLst>
          </p:cNvPr>
          <p:cNvSpPr/>
          <p:nvPr/>
        </p:nvSpPr>
        <p:spPr>
          <a:xfrm>
            <a:off x="7381183" y="122190"/>
            <a:ext cx="3525635" cy="1028700"/>
          </a:xfrm>
          <a:custGeom>
            <a:avLst/>
            <a:gdLst/>
            <a:ahLst/>
            <a:cxnLst/>
            <a:rect l="l" t="t" r="r" b="b"/>
            <a:pathLst>
              <a:path w="3525635" h="1028700">
                <a:moveTo>
                  <a:pt x="0" y="0"/>
                </a:moveTo>
                <a:lnTo>
                  <a:pt x="3525636" y="0"/>
                </a:lnTo>
                <a:lnTo>
                  <a:pt x="3525636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2D49D7D-7249-32EE-FEBF-0B4006F08A27}"/>
              </a:ext>
            </a:extLst>
          </p:cNvPr>
          <p:cNvSpPr/>
          <p:nvPr/>
        </p:nvSpPr>
        <p:spPr>
          <a:xfrm>
            <a:off x="15823402" y="1795"/>
            <a:ext cx="2464598" cy="1273080"/>
          </a:xfrm>
          <a:custGeom>
            <a:avLst/>
            <a:gdLst/>
            <a:ahLst/>
            <a:cxnLst/>
            <a:rect l="l" t="t" r="r" b="b"/>
            <a:pathLst>
              <a:path w="2464598" h="1273080">
                <a:moveTo>
                  <a:pt x="0" y="0"/>
                </a:moveTo>
                <a:lnTo>
                  <a:pt x="2464599" y="0"/>
                </a:lnTo>
                <a:lnTo>
                  <a:pt x="2464599" y="1273080"/>
                </a:lnTo>
                <a:lnTo>
                  <a:pt x="0" y="1273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2D4CEB97-DDE9-6376-8B89-578E59051FC4}"/>
              </a:ext>
            </a:extLst>
          </p:cNvPr>
          <p:cNvGrpSpPr/>
          <p:nvPr/>
        </p:nvGrpSpPr>
        <p:grpSpPr>
          <a:xfrm>
            <a:off x="0" y="-311289"/>
            <a:ext cx="1948905" cy="1462180"/>
            <a:chOff x="0" y="0"/>
            <a:chExt cx="2598540" cy="1949573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A05F265-2ACF-3BE6-4DDF-1BB7D364A642}"/>
                </a:ext>
              </a:extLst>
            </p:cNvPr>
            <p:cNvSpPr/>
            <p:nvPr/>
          </p:nvSpPr>
          <p:spPr>
            <a:xfrm>
              <a:off x="0" y="0"/>
              <a:ext cx="2598540" cy="1588818"/>
            </a:xfrm>
            <a:custGeom>
              <a:avLst/>
              <a:gdLst/>
              <a:ahLst/>
              <a:cxnLst/>
              <a:rect l="l" t="t" r="r" b="b"/>
              <a:pathLst>
                <a:path w="2598540" h="1588818">
                  <a:moveTo>
                    <a:pt x="0" y="0"/>
                  </a:moveTo>
                  <a:lnTo>
                    <a:pt x="2598540" y="0"/>
                  </a:lnTo>
                  <a:lnTo>
                    <a:pt x="2598540" y="1588818"/>
                  </a:lnTo>
                  <a:lnTo>
                    <a:pt x="0" y="15888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63551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9AA9BBC-D7A8-0F04-C5D4-EC4EEA97E2F4}"/>
                </a:ext>
              </a:extLst>
            </p:cNvPr>
            <p:cNvSpPr txBox="1"/>
            <p:nvPr/>
          </p:nvSpPr>
          <p:spPr>
            <a:xfrm>
              <a:off x="524095" y="1523058"/>
              <a:ext cx="1609505" cy="31829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r>
                <a:rPr lang="en-US" sz="1400" b="1" spc="85" dirty="0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TECHFINITY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15BCB1A1-9B64-CE79-CAFF-E6E134A9364E}"/>
                </a:ext>
              </a:extLst>
            </p:cNvPr>
            <p:cNvSpPr txBox="1"/>
            <p:nvPr/>
          </p:nvSpPr>
          <p:spPr>
            <a:xfrm>
              <a:off x="613811" y="1824896"/>
              <a:ext cx="1370918" cy="1246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"/>
                </a:lnSpc>
                <a:spcBef>
                  <a:spcPct val="0"/>
                </a:spcBef>
              </a:pPr>
              <a:r>
                <a:rPr lang="en-US" sz="600" b="1" spc="36">
                  <a:solidFill>
                    <a:srgbClr val="000000">
                      <a:alpha val="89804"/>
                    </a:srgbClr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TECH INNOVATION CLUB</a:t>
              </a:r>
            </a:p>
          </p:txBody>
        </p:sp>
      </p:grp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B3962B91-AFA0-215A-975C-191DF035E1FA}"/>
              </a:ext>
            </a:extLst>
          </p:cNvPr>
          <p:cNvSpPr/>
          <p:nvPr/>
        </p:nvSpPr>
        <p:spPr>
          <a:xfrm>
            <a:off x="1828800" y="1426178"/>
            <a:ext cx="14630400" cy="127308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000" b="1" dirty="0"/>
              <a:t>References</a:t>
            </a:r>
          </a:p>
          <a:p>
            <a:pPr algn="ctr"/>
            <a:r>
              <a:rPr lang="en-US" sz="3000" b="1" dirty="0"/>
              <a:t>IEEE FORMAT</a:t>
            </a:r>
          </a:p>
        </p:txBody>
      </p:sp>
    </p:spTree>
    <p:extLst>
      <p:ext uri="{BB962C8B-B14F-4D97-AF65-F5344CB8AC3E}">
        <p14:creationId xmlns:p14="http://schemas.microsoft.com/office/powerpoint/2010/main" val="2527766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37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83000" y="2529765"/>
            <a:ext cx="2651835" cy="2651835"/>
          </a:xfrm>
          <a:custGeom>
            <a:avLst/>
            <a:gdLst/>
            <a:ahLst/>
            <a:cxnLst/>
            <a:rect l="l" t="t" r="r" b="b"/>
            <a:pathLst>
              <a:path w="2651835" h="2651835">
                <a:moveTo>
                  <a:pt x="0" y="0"/>
                </a:moveTo>
                <a:lnTo>
                  <a:pt x="2651835" y="0"/>
                </a:lnTo>
                <a:lnTo>
                  <a:pt x="2651835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TextBox 3"/>
          <p:cNvSpPr txBox="1"/>
          <p:nvPr/>
        </p:nvSpPr>
        <p:spPr>
          <a:xfrm>
            <a:off x="6312826" y="4425706"/>
            <a:ext cx="5662348" cy="1292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0543"/>
              </a:lnSpc>
            </a:pPr>
            <a:r>
              <a:rPr lang="en-US" sz="7530" b="1" spc="459">
                <a:solidFill>
                  <a:srgbClr val="FFFFFF"/>
                </a:solidFill>
                <a:latin typeface="Now Bold"/>
                <a:ea typeface="Now Bold"/>
                <a:cs typeface="Now Bold"/>
                <a:sym typeface="Now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>
            <a:off x="-228600" y="-342900"/>
            <a:ext cx="2651835" cy="2651835"/>
          </a:xfrm>
          <a:custGeom>
            <a:avLst/>
            <a:gdLst/>
            <a:ahLst/>
            <a:cxnLst/>
            <a:rect l="l" t="t" r="r" b="b"/>
            <a:pathLst>
              <a:path w="2651835" h="2651835">
                <a:moveTo>
                  <a:pt x="0" y="0"/>
                </a:moveTo>
                <a:lnTo>
                  <a:pt x="2651836" y="0"/>
                </a:lnTo>
                <a:lnTo>
                  <a:pt x="2651836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191</Words>
  <Application>Microsoft Office PowerPoint</Application>
  <PresentationFormat>Custom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Canva Sans Bold</vt:lpstr>
      <vt:lpstr>Now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TECHFINITY TEMPLATE</dc:title>
  <dc:creator>Sugumar</dc:creator>
  <cp:lastModifiedBy>dell</cp:lastModifiedBy>
  <cp:revision>7</cp:revision>
  <dcterms:created xsi:type="dcterms:W3CDTF">2006-08-16T00:00:00Z</dcterms:created>
  <dcterms:modified xsi:type="dcterms:W3CDTF">2025-12-13T05:36:07Z</dcterms:modified>
  <dc:identifier>DAGl5cNZU8M</dc:identifier>
</cp:coreProperties>
</file>